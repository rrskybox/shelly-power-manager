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E0FF94A-1F5C-4F53-AF65-533C27CFEFE3}" v="5" dt="2026-02-05T15:37:18.79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07" autoAdjust="0"/>
    <p:restoredTop sz="94660"/>
  </p:normalViewPr>
  <p:slideViewPr>
    <p:cSldViewPr snapToGrid="0">
      <p:cViewPr>
        <p:scale>
          <a:sx n="72" d="100"/>
          <a:sy n="72" d="100"/>
        </p:scale>
        <p:origin x="-36" y="6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ick McAlister" userId="fad37fcb1da1ebec" providerId="LiveId" clId="{C69F3B10-9D27-4C3D-A93F-1CB5FBDF9C8F}"/>
    <pc:docChg chg="undo custSel modSld">
      <pc:chgData name="Rick McAlister" userId="fad37fcb1da1ebec" providerId="LiveId" clId="{C69F3B10-9D27-4C3D-A93F-1CB5FBDF9C8F}" dt="2026-02-05T15:38:44.157" v="147" actId="1076"/>
      <pc:docMkLst>
        <pc:docMk/>
      </pc:docMkLst>
      <pc:sldChg chg="addSp modSp mod">
        <pc:chgData name="Rick McAlister" userId="fad37fcb1da1ebec" providerId="LiveId" clId="{C69F3B10-9D27-4C3D-A93F-1CB5FBDF9C8F}" dt="2026-02-05T15:38:44.157" v="147" actId="1076"/>
        <pc:sldMkLst>
          <pc:docMk/>
          <pc:sldMk cId="2072087678" sldId="256"/>
        </pc:sldMkLst>
        <pc:spChg chg="mod">
          <ac:chgData name="Rick McAlister" userId="fad37fcb1da1ebec" providerId="LiveId" clId="{C69F3B10-9D27-4C3D-A93F-1CB5FBDF9C8F}" dt="2026-02-05T15:35:57.041" v="124" actId="164"/>
          <ac:spMkLst>
            <pc:docMk/>
            <pc:sldMk cId="2072087678" sldId="256"/>
            <ac:spMk id="6" creationId="{5B69CC59-657A-C28A-4599-A80D13F42B14}"/>
          </ac:spMkLst>
        </pc:spChg>
        <pc:spChg chg="mod">
          <ac:chgData name="Rick McAlister" userId="fad37fcb1da1ebec" providerId="LiveId" clId="{C69F3B10-9D27-4C3D-A93F-1CB5FBDF9C8F}" dt="2026-02-05T15:32:32.755" v="29" actId="1035"/>
          <ac:spMkLst>
            <pc:docMk/>
            <pc:sldMk cId="2072087678" sldId="256"/>
            <ac:spMk id="42" creationId="{F2A4BF04-7A92-DE2A-A281-1FCD18612308}"/>
          </ac:spMkLst>
        </pc:spChg>
        <pc:spChg chg="mod">
          <ac:chgData name="Rick McAlister" userId="fad37fcb1da1ebec" providerId="LiveId" clId="{C69F3B10-9D27-4C3D-A93F-1CB5FBDF9C8F}" dt="2026-02-05T15:36:46.704" v="129"/>
          <ac:spMkLst>
            <pc:docMk/>
            <pc:sldMk cId="2072087678" sldId="256"/>
            <ac:spMk id="49" creationId="{8547896F-D7EC-1EC4-1235-85B67F3EF1A0}"/>
          </ac:spMkLst>
        </pc:spChg>
        <pc:spChg chg="mod">
          <ac:chgData name="Rick McAlister" userId="fad37fcb1da1ebec" providerId="LiveId" clId="{C69F3B10-9D27-4C3D-A93F-1CB5FBDF9C8F}" dt="2026-02-05T15:36:46.704" v="129"/>
          <ac:spMkLst>
            <pc:docMk/>
            <pc:sldMk cId="2072087678" sldId="256"/>
            <ac:spMk id="54" creationId="{4D7B5025-7EA4-5063-C301-C868BA6E46D8}"/>
          </ac:spMkLst>
        </pc:spChg>
        <pc:spChg chg="mod">
          <ac:chgData name="Rick McAlister" userId="fad37fcb1da1ebec" providerId="LiveId" clId="{C69F3B10-9D27-4C3D-A93F-1CB5FBDF9C8F}" dt="2026-02-05T15:36:46.704" v="129"/>
          <ac:spMkLst>
            <pc:docMk/>
            <pc:sldMk cId="2072087678" sldId="256"/>
            <ac:spMk id="57" creationId="{80FF090A-BD07-C675-10F6-5B911C7734AD}"/>
          </ac:spMkLst>
        </pc:spChg>
        <pc:spChg chg="mod">
          <ac:chgData name="Rick McAlister" userId="fad37fcb1da1ebec" providerId="LiveId" clId="{C69F3B10-9D27-4C3D-A93F-1CB5FBDF9C8F}" dt="2026-02-05T15:36:46.704" v="129"/>
          <ac:spMkLst>
            <pc:docMk/>
            <pc:sldMk cId="2072087678" sldId="256"/>
            <ac:spMk id="58" creationId="{FF1AB5E2-4B97-BB34-CDBF-2CA053543E49}"/>
          </ac:spMkLst>
        </pc:spChg>
        <pc:spChg chg="mod">
          <ac:chgData name="Rick McAlister" userId="fad37fcb1da1ebec" providerId="LiveId" clId="{C69F3B10-9D27-4C3D-A93F-1CB5FBDF9C8F}" dt="2026-02-05T15:36:46.704" v="129"/>
          <ac:spMkLst>
            <pc:docMk/>
            <pc:sldMk cId="2072087678" sldId="256"/>
            <ac:spMk id="61" creationId="{BE77E1DF-1236-70C4-9305-64B0B3FB1379}"/>
          </ac:spMkLst>
        </pc:spChg>
        <pc:spChg chg="mod">
          <ac:chgData name="Rick McAlister" userId="fad37fcb1da1ebec" providerId="LiveId" clId="{C69F3B10-9D27-4C3D-A93F-1CB5FBDF9C8F}" dt="2026-02-05T15:36:46.704" v="129"/>
          <ac:spMkLst>
            <pc:docMk/>
            <pc:sldMk cId="2072087678" sldId="256"/>
            <ac:spMk id="62" creationId="{04F41E63-E70B-A55F-ADD2-A92944C55555}"/>
          </ac:spMkLst>
        </pc:spChg>
        <pc:spChg chg="mod">
          <ac:chgData name="Rick McAlister" userId="fad37fcb1da1ebec" providerId="LiveId" clId="{C69F3B10-9D27-4C3D-A93F-1CB5FBDF9C8F}" dt="2026-02-05T15:36:46.704" v="129"/>
          <ac:spMkLst>
            <pc:docMk/>
            <pc:sldMk cId="2072087678" sldId="256"/>
            <ac:spMk id="65" creationId="{6079DE31-17D0-FE0F-3945-B14E40C861B7}"/>
          </ac:spMkLst>
        </pc:spChg>
        <pc:spChg chg="mod">
          <ac:chgData name="Rick McAlister" userId="fad37fcb1da1ebec" providerId="LiveId" clId="{C69F3B10-9D27-4C3D-A93F-1CB5FBDF9C8F}" dt="2026-02-05T15:36:46.704" v="129"/>
          <ac:spMkLst>
            <pc:docMk/>
            <pc:sldMk cId="2072087678" sldId="256"/>
            <ac:spMk id="66" creationId="{7CDBBA9C-CCF3-C649-760E-B4FCE22D49BC}"/>
          </ac:spMkLst>
        </pc:spChg>
        <pc:spChg chg="mod">
          <ac:chgData name="Rick McAlister" userId="fad37fcb1da1ebec" providerId="LiveId" clId="{C69F3B10-9D27-4C3D-A93F-1CB5FBDF9C8F}" dt="2026-02-05T15:36:46.704" v="129"/>
          <ac:spMkLst>
            <pc:docMk/>
            <pc:sldMk cId="2072087678" sldId="256"/>
            <ac:spMk id="69" creationId="{72621CA2-7B6F-2816-2BF3-393E77B6A509}"/>
          </ac:spMkLst>
        </pc:spChg>
        <pc:spChg chg="mod">
          <ac:chgData name="Rick McAlister" userId="fad37fcb1da1ebec" providerId="LiveId" clId="{C69F3B10-9D27-4C3D-A93F-1CB5FBDF9C8F}" dt="2026-02-05T15:37:56.262" v="144" actId="1076"/>
          <ac:spMkLst>
            <pc:docMk/>
            <pc:sldMk cId="2072087678" sldId="256"/>
            <ac:spMk id="73" creationId="{B95982B6-DB8F-7480-9029-4BE3B7F6A161}"/>
          </ac:spMkLst>
        </pc:spChg>
        <pc:spChg chg="mod">
          <ac:chgData name="Rick McAlister" userId="fad37fcb1da1ebec" providerId="LiveId" clId="{C69F3B10-9D27-4C3D-A93F-1CB5FBDF9C8F}" dt="2026-02-05T15:37:00.505" v="131"/>
          <ac:spMkLst>
            <pc:docMk/>
            <pc:sldMk cId="2072087678" sldId="256"/>
            <ac:spMk id="78" creationId="{6564009A-DE27-7DF8-A341-69827C9C482A}"/>
          </ac:spMkLst>
        </pc:spChg>
        <pc:spChg chg="mod">
          <ac:chgData name="Rick McAlister" userId="fad37fcb1da1ebec" providerId="LiveId" clId="{C69F3B10-9D27-4C3D-A93F-1CB5FBDF9C8F}" dt="2026-02-05T15:37:00.505" v="131"/>
          <ac:spMkLst>
            <pc:docMk/>
            <pc:sldMk cId="2072087678" sldId="256"/>
            <ac:spMk id="81" creationId="{F835402C-30EE-747B-A145-FF7ACF09FB3E}"/>
          </ac:spMkLst>
        </pc:spChg>
        <pc:spChg chg="mod">
          <ac:chgData name="Rick McAlister" userId="fad37fcb1da1ebec" providerId="LiveId" clId="{C69F3B10-9D27-4C3D-A93F-1CB5FBDF9C8F}" dt="2026-02-05T15:37:00.505" v="131"/>
          <ac:spMkLst>
            <pc:docMk/>
            <pc:sldMk cId="2072087678" sldId="256"/>
            <ac:spMk id="82" creationId="{072C0A3E-FED6-2E13-03A2-0954444EF979}"/>
          </ac:spMkLst>
        </pc:spChg>
        <pc:spChg chg="mod">
          <ac:chgData name="Rick McAlister" userId="fad37fcb1da1ebec" providerId="LiveId" clId="{C69F3B10-9D27-4C3D-A93F-1CB5FBDF9C8F}" dt="2026-02-05T15:37:00.505" v="131"/>
          <ac:spMkLst>
            <pc:docMk/>
            <pc:sldMk cId="2072087678" sldId="256"/>
            <ac:spMk id="85" creationId="{1B48C2C2-654C-F441-D9AE-8D85D8EDAF1E}"/>
          </ac:spMkLst>
        </pc:spChg>
        <pc:spChg chg="mod">
          <ac:chgData name="Rick McAlister" userId="fad37fcb1da1ebec" providerId="LiveId" clId="{C69F3B10-9D27-4C3D-A93F-1CB5FBDF9C8F}" dt="2026-02-05T15:37:00.505" v="131"/>
          <ac:spMkLst>
            <pc:docMk/>
            <pc:sldMk cId="2072087678" sldId="256"/>
            <ac:spMk id="86" creationId="{85F4A7CA-7CDE-95D5-B31B-09BAB566813F}"/>
          </ac:spMkLst>
        </pc:spChg>
        <pc:spChg chg="mod">
          <ac:chgData name="Rick McAlister" userId="fad37fcb1da1ebec" providerId="LiveId" clId="{C69F3B10-9D27-4C3D-A93F-1CB5FBDF9C8F}" dt="2026-02-05T15:37:00.505" v="131"/>
          <ac:spMkLst>
            <pc:docMk/>
            <pc:sldMk cId="2072087678" sldId="256"/>
            <ac:spMk id="89" creationId="{6B852878-A390-D6FF-7542-3CE5508BCADB}"/>
          </ac:spMkLst>
        </pc:spChg>
        <pc:spChg chg="mod">
          <ac:chgData name="Rick McAlister" userId="fad37fcb1da1ebec" providerId="LiveId" clId="{C69F3B10-9D27-4C3D-A93F-1CB5FBDF9C8F}" dt="2026-02-05T15:37:00.505" v="131"/>
          <ac:spMkLst>
            <pc:docMk/>
            <pc:sldMk cId="2072087678" sldId="256"/>
            <ac:spMk id="90" creationId="{57FA1AE8-9A14-1513-4C6F-8AC6EC0F8650}"/>
          </ac:spMkLst>
        </pc:spChg>
        <pc:spChg chg="mod">
          <ac:chgData name="Rick McAlister" userId="fad37fcb1da1ebec" providerId="LiveId" clId="{C69F3B10-9D27-4C3D-A93F-1CB5FBDF9C8F}" dt="2026-02-05T15:37:00.505" v="131"/>
          <ac:spMkLst>
            <pc:docMk/>
            <pc:sldMk cId="2072087678" sldId="256"/>
            <ac:spMk id="93" creationId="{6FFF058E-50E9-FB28-0F95-34FC939B6FA7}"/>
          </ac:spMkLst>
        </pc:spChg>
        <pc:spChg chg="add mod">
          <ac:chgData name="Rick McAlister" userId="fad37fcb1da1ebec" providerId="LiveId" clId="{C69F3B10-9D27-4C3D-A93F-1CB5FBDF9C8F}" dt="2026-02-05T15:38:44.157" v="147" actId="1076"/>
          <ac:spMkLst>
            <pc:docMk/>
            <pc:sldMk cId="2072087678" sldId="256"/>
            <ac:spMk id="94" creationId="{88B88920-119F-65FE-C10F-844F23B8F80B}"/>
          </ac:spMkLst>
        </pc:spChg>
        <pc:grpChg chg="mod">
          <ac:chgData name="Rick McAlister" userId="fad37fcb1da1ebec" providerId="LiveId" clId="{C69F3B10-9D27-4C3D-A93F-1CB5FBDF9C8F}" dt="2026-02-05T15:35:57.041" v="124" actId="164"/>
          <ac:grpSpMkLst>
            <pc:docMk/>
            <pc:sldMk cId="2072087678" sldId="256"/>
            <ac:grpSpMk id="14" creationId="{2157CC0A-2EE7-B1BF-6F9F-D2C2BBC83411}"/>
          </ac:grpSpMkLst>
        </pc:grpChg>
        <pc:grpChg chg="mod">
          <ac:chgData name="Rick McAlister" userId="fad37fcb1da1ebec" providerId="LiveId" clId="{C69F3B10-9D27-4C3D-A93F-1CB5FBDF9C8F}" dt="2026-02-05T15:35:57.041" v="124" actId="164"/>
          <ac:grpSpMkLst>
            <pc:docMk/>
            <pc:sldMk cId="2072087678" sldId="256"/>
            <ac:grpSpMk id="15" creationId="{7C918F46-583F-48D1-7890-5C4A7A42A458}"/>
          </ac:grpSpMkLst>
        </pc:grpChg>
        <pc:grpChg chg="mod">
          <ac:chgData name="Rick McAlister" userId="fad37fcb1da1ebec" providerId="LiveId" clId="{C69F3B10-9D27-4C3D-A93F-1CB5FBDF9C8F}" dt="2026-02-05T15:35:57.041" v="124" actId="164"/>
          <ac:grpSpMkLst>
            <pc:docMk/>
            <pc:sldMk cId="2072087678" sldId="256"/>
            <ac:grpSpMk id="20" creationId="{7851ACBC-FC47-504B-FE6F-8792DB9F9CCE}"/>
          </ac:grpSpMkLst>
        </pc:grpChg>
        <pc:grpChg chg="mod">
          <ac:chgData name="Rick McAlister" userId="fad37fcb1da1ebec" providerId="LiveId" clId="{C69F3B10-9D27-4C3D-A93F-1CB5FBDF9C8F}" dt="2026-02-05T15:35:57.041" v="124" actId="164"/>
          <ac:grpSpMkLst>
            <pc:docMk/>
            <pc:sldMk cId="2072087678" sldId="256"/>
            <ac:grpSpMk id="25" creationId="{0D65EA5E-1EA5-AB06-0EBD-46CABC3DF319}"/>
          </ac:grpSpMkLst>
        </pc:grpChg>
        <pc:grpChg chg="mod">
          <ac:chgData name="Rick McAlister" userId="fad37fcb1da1ebec" providerId="LiveId" clId="{C69F3B10-9D27-4C3D-A93F-1CB5FBDF9C8F}" dt="2026-02-05T15:32:32.755" v="29" actId="1035"/>
          <ac:grpSpMkLst>
            <pc:docMk/>
            <pc:sldMk cId="2072087678" sldId="256"/>
            <ac:grpSpMk id="41" creationId="{0BF9E30F-B00C-57F6-A9B6-758B6FD21F5D}"/>
          </ac:grpSpMkLst>
        </pc:grpChg>
        <pc:grpChg chg="add mod">
          <ac:chgData name="Rick McAlister" userId="fad37fcb1da1ebec" providerId="LiveId" clId="{C69F3B10-9D27-4C3D-A93F-1CB5FBDF9C8F}" dt="2026-02-05T15:36:33.617" v="127" actId="164"/>
          <ac:grpSpMkLst>
            <pc:docMk/>
            <pc:sldMk cId="2072087678" sldId="256"/>
            <ac:grpSpMk id="44" creationId="{73599F58-E10D-161B-9DF1-88D15D2237EB}"/>
          </ac:grpSpMkLst>
        </pc:grpChg>
        <pc:grpChg chg="add mod">
          <ac:chgData name="Rick McAlister" userId="fad37fcb1da1ebec" providerId="LiveId" clId="{C69F3B10-9D27-4C3D-A93F-1CB5FBDF9C8F}" dt="2026-02-05T15:38:44.157" v="147" actId="1076"/>
          <ac:grpSpMkLst>
            <pc:docMk/>
            <pc:sldMk cId="2072087678" sldId="256"/>
            <ac:grpSpMk id="45" creationId="{5DA6A573-3815-CB11-701C-B7B85AC409E8}"/>
          </ac:grpSpMkLst>
        </pc:grpChg>
        <pc:grpChg chg="mod">
          <ac:chgData name="Rick McAlister" userId="fad37fcb1da1ebec" providerId="LiveId" clId="{C69F3B10-9D27-4C3D-A93F-1CB5FBDF9C8F}" dt="2026-02-05T15:38:44.157" v="147" actId="1076"/>
          <ac:grpSpMkLst>
            <pc:docMk/>
            <pc:sldMk cId="2072087678" sldId="256"/>
            <ac:grpSpMk id="46" creationId="{EEE7E56D-91FA-1F1A-F509-91869B826709}"/>
          </ac:grpSpMkLst>
        </pc:grpChg>
        <pc:grpChg chg="mod">
          <ac:chgData name="Rick McAlister" userId="fad37fcb1da1ebec" providerId="LiveId" clId="{C69F3B10-9D27-4C3D-A93F-1CB5FBDF9C8F}" dt="2026-02-05T15:38:44.157" v="147" actId="1076"/>
          <ac:grpSpMkLst>
            <pc:docMk/>
            <pc:sldMk cId="2072087678" sldId="256"/>
            <ac:grpSpMk id="70" creationId="{84C995C1-AA01-D043-5467-3D8D9574D863}"/>
          </ac:grpSpMkLst>
        </pc:grpChg>
        <pc:picChg chg="mod">
          <ac:chgData name="Rick McAlister" userId="fad37fcb1da1ebec" providerId="LiveId" clId="{C69F3B10-9D27-4C3D-A93F-1CB5FBDF9C8F}" dt="2026-02-05T15:32:32.755" v="29" actId="1035"/>
          <ac:picMkLst>
            <pc:docMk/>
            <pc:sldMk cId="2072087678" sldId="256"/>
            <ac:picMk id="31" creationId="{BEBFD24A-5C1B-F2AB-7DCC-B752629B2E42}"/>
          </ac:picMkLst>
        </pc:picChg>
        <pc:picChg chg="mod modCrop">
          <ac:chgData name="Rick McAlister" userId="fad37fcb1da1ebec" providerId="LiveId" clId="{C69F3B10-9D27-4C3D-A93F-1CB5FBDF9C8F}" dt="2026-02-05T15:36:33.617" v="127" actId="164"/>
          <ac:picMkLst>
            <pc:docMk/>
            <pc:sldMk cId="2072087678" sldId="256"/>
            <ac:picMk id="33" creationId="{5CAF0179-0D3C-2A75-2894-173A476ACA0F}"/>
          </ac:picMkLst>
        </pc:picChg>
        <pc:picChg chg="mod">
          <ac:chgData name="Rick McAlister" userId="fad37fcb1da1ebec" providerId="LiveId" clId="{C69F3B10-9D27-4C3D-A93F-1CB5FBDF9C8F}" dt="2026-02-05T15:36:46.704" v="129"/>
          <ac:picMkLst>
            <pc:docMk/>
            <pc:sldMk cId="2072087678" sldId="256"/>
            <ac:picMk id="48" creationId="{1118DD49-53DC-C692-36A9-B42EB3624104}"/>
          </ac:picMkLst>
        </pc:picChg>
        <pc:picChg chg="mod">
          <ac:chgData name="Rick McAlister" userId="fad37fcb1da1ebec" providerId="LiveId" clId="{C69F3B10-9D27-4C3D-A93F-1CB5FBDF9C8F}" dt="2026-02-05T15:37:00.505" v="131"/>
          <ac:picMkLst>
            <pc:docMk/>
            <pc:sldMk cId="2072087678" sldId="256"/>
            <ac:picMk id="72" creationId="{30911971-2348-AA32-CE84-316DC2988620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8284AC-6F4F-1592-31F9-DBB5C977AF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00BA045-1522-5953-716E-66FAA22628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DF5FBF-E738-8CD8-E142-072310509A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416022-579C-472F-A2C2-31DC77240821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7D9D1E-0CBC-55CD-65B5-A14374AC4B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0B63C5-C198-7F81-1508-34516565F7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2FABC-66DC-4431-B8AE-2BF6DCB416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53001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A983A7-E3A8-7C7A-2C9C-CC4913F43D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416358-C182-A293-EACD-6674B66878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A3AC9D-A2D0-B4BF-2029-71BC982AC0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416022-579C-472F-A2C2-31DC77240821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7E9536-650D-6459-C7E3-1B0616A779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31A0C5-D9A3-C50D-2103-391BC8845C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2FABC-66DC-4431-B8AE-2BF6DCB416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7809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CDCFE8-C54C-EB8D-1AFC-2F6B6761D5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8F4AF6-A3C6-2BCF-603A-EFB4C5519B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46D96F-E254-70BE-882C-14468ECDB0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416022-579C-472F-A2C2-31DC77240821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D1AA32-85C9-8DA4-74A7-EA25BF38F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ED6D31-3A2E-A7A7-80DD-2E92AF85B4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2FABC-66DC-4431-B8AE-2BF6DCB416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10232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12C3DE-D954-732D-2E91-E51EB72ACA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47CD99-ABCE-BD5D-F681-8EC1159F968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0C446A3-287C-16AF-A230-81DC19DA79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E96B41-154D-45F6-340F-1AEF6BD90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416022-579C-472F-A2C2-31DC77240821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7A422F-81C0-AEF0-E397-CA09EDA0B7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562E4B-DF41-E4D3-C29D-98FCDAF431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2FABC-66DC-4431-B8AE-2BF6DCB416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74174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3FBDF3-313C-A3B3-7CFA-855DE86B29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5EDC02-B951-276B-8EEC-13099A348F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3A8C4A-ADD1-0C16-C440-390419C541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9AB01D5-2CDF-7219-B68C-E7547FAD201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8DDFCE8-2D78-7822-E34D-F042296E407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5E33C4C-10E4-9E1A-DB40-789FA25379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416022-579C-472F-A2C2-31DC77240821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819A645-8319-0071-5195-A27E915974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E014733-C2FA-F005-B482-B5C1204580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2FABC-66DC-4431-B8AE-2BF6DCB416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328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2AC69-4B36-0843-5E12-DCCD2D12A2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DEAD36A-659E-5CB3-D47D-78AC384A71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416022-579C-472F-A2C2-31DC77240821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A3D228E-A990-B91C-E580-AE7B569849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BE183C2-9540-8FDB-E968-E67012BA65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2FABC-66DC-4431-B8AE-2BF6DCB416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73776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C936357-FDA3-F632-1CB6-56C42B7FDE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416022-579C-472F-A2C2-31DC77240821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4E4DCC5-365E-A48D-208D-F60865FE53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3A290E-E6BE-DC48-0C1E-EC28B9BAAC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2FABC-66DC-4431-B8AE-2BF6DCB416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00909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878E55-EAFB-7EF7-B1E6-1448B3CA20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562847-FCCC-463F-C4D0-D8F8142F71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1355B6-4F23-EC9D-DD36-D3C60C9328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617A01-8432-F163-C33E-846068F31A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416022-579C-472F-A2C2-31DC77240821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259F88-72F5-09AB-F30F-3E9854917F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943C78-B5C7-E4CD-83F0-4213823501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2FABC-66DC-4431-B8AE-2BF6DCB416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16958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2BB932-E26C-23C9-4A15-2D73D08DEC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D5529C6-BD4A-BCA7-D3CA-54DE83945AF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E76CCE-FADF-EA2B-E5E4-B8052FB980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36345E-0009-1690-A0CA-954B402ED5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416022-579C-472F-A2C2-31DC77240821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88B5E8-A9F7-9C47-6C1D-8A5D3C2B33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3B81C2-493D-DD7F-AD2D-A6A85B385D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2FABC-66DC-4431-B8AE-2BF6DCB416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53613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294555-7669-0CDD-BDA0-687CA2056C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DBD5F92-041A-F3CF-A08A-6D5A140474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966DA8-21D2-CBCD-7C2D-F9DADE4533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416022-579C-472F-A2C2-31DC77240821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9A9800-84DC-A163-F332-E252D8F0C0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A91808-554C-9453-496F-8DC091ABD7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2FABC-66DC-4431-B8AE-2BF6DCB416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40014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614C257-EC3E-4557-6CEB-6BB65CBBEC5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9735E0A-9E13-C8EC-20E2-F3A5E0DD90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F5E0A3-430F-0726-1C8D-6FB0BB4B1B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416022-579C-472F-A2C2-31DC77240821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06E05B-D0A7-6443-952F-C55080B2E9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FE140F-AE6A-3044-59CE-1870633316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2FABC-66DC-4431-B8AE-2BF6DCB416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12279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3C08B10-76A9-43E5-40F9-8BB4D172B2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A3802E-58D3-32B0-18C5-E6EE5EAE3B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D3805E-3A49-AAC4-EE26-F4DA2A63F10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6416022-579C-472F-A2C2-31DC77240821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7684B7-B362-14CE-849A-24C6BF785FC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2ECCC2-6B96-0F09-65C9-4924C05439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932FABC-66DC-4431-B8AE-2BF6DCB416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24423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EF1FE00-6B66-9B4D-157C-D3068C3D2CFF}"/>
              </a:ext>
            </a:extLst>
          </p:cNvPr>
          <p:cNvSpPr/>
          <p:nvPr/>
        </p:nvSpPr>
        <p:spPr>
          <a:xfrm>
            <a:off x="4105790" y="472723"/>
            <a:ext cx="3933371" cy="1054068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Shelly Controller Dashboard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802AACD-833E-F2D3-4BF6-F9DBF2432971}"/>
              </a:ext>
            </a:extLst>
          </p:cNvPr>
          <p:cNvSpPr/>
          <p:nvPr/>
        </p:nvSpPr>
        <p:spPr>
          <a:xfrm>
            <a:off x="4606295" y="2378952"/>
            <a:ext cx="2932361" cy="732972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ASCOM Shelly Driver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BEBFD24A-5C1B-F2AB-7DCC-B752629B2E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0277" y="3159925"/>
            <a:ext cx="848839" cy="832193"/>
          </a:xfrm>
          <a:prstGeom prst="rect">
            <a:avLst/>
          </a:prstGeom>
        </p:spPr>
      </p:pic>
      <p:grpSp>
        <p:nvGrpSpPr>
          <p:cNvPr id="45" name="Group 44">
            <a:extLst>
              <a:ext uri="{FF2B5EF4-FFF2-40B4-BE49-F238E27FC236}">
                <a16:creationId xmlns:a16="http://schemas.microsoft.com/office/drawing/2014/main" id="{5DA6A573-3815-CB11-701C-B7B85AC409E8}"/>
              </a:ext>
            </a:extLst>
          </p:cNvPr>
          <p:cNvGrpSpPr/>
          <p:nvPr/>
        </p:nvGrpSpPr>
        <p:grpSpPr>
          <a:xfrm>
            <a:off x="3100793" y="4281318"/>
            <a:ext cx="1357912" cy="2363738"/>
            <a:chOff x="5393519" y="4144922"/>
            <a:chExt cx="1357912" cy="2363738"/>
          </a:xfrm>
        </p:grpSpPr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73599F58-E10D-161B-9DF1-88D15D2237EB}"/>
                </a:ext>
              </a:extLst>
            </p:cNvPr>
            <p:cNvGrpSpPr/>
            <p:nvPr/>
          </p:nvGrpSpPr>
          <p:grpSpPr>
            <a:xfrm>
              <a:off x="5393519" y="4144922"/>
              <a:ext cx="1357912" cy="1667133"/>
              <a:chOff x="5393519" y="4144922"/>
              <a:chExt cx="1357912" cy="1667133"/>
            </a:xfrm>
          </p:grpSpPr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5B69CC59-657A-C28A-4599-A80D13F42B14}"/>
                  </a:ext>
                </a:extLst>
              </p:cNvPr>
              <p:cNvSpPr/>
              <p:nvPr/>
            </p:nvSpPr>
            <p:spPr>
              <a:xfrm>
                <a:off x="5393519" y="4144922"/>
                <a:ext cx="1357912" cy="1667133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:r>
                  <a:rPr lang="en-US" dirty="0"/>
                  <a:t>Power</a:t>
                </a:r>
              </a:p>
              <a:p>
                <a:pPr algn="ctr"/>
                <a:r>
                  <a:rPr lang="en-US" dirty="0"/>
                  <a:t>Control</a:t>
                </a:r>
              </a:p>
            </p:txBody>
          </p:sp>
          <p:grpSp>
            <p:nvGrpSpPr>
              <p:cNvPr id="14" name="Group 13">
                <a:extLst>
                  <a:ext uri="{FF2B5EF4-FFF2-40B4-BE49-F238E27FC236}">
                    <a16:creationId xmlns:a16="http://schemas.microsoft.com/office/drawing/2014/main" id="{2157CC0A-2EE7-B1BF-6F9F-D2C2BBC83411}"/>
                  </a:ext>
                </a:extLst>
              </p:cNvPr>
              <p:cNvGrpSpPr/>
              <p:nvPr/>
            </p:nvGrpSpPr>
            <p:grpSpPr>
              <a:xfrm>
                <a:off x="5671654" y="4948483"/>
                <a:ext cx="413396" cy="336740"/>
                <a:chOff x="2425624" y="4665083"/>
                <a:chExt cx="876072" cy="689906"/>
              </a:xfrm>
            </p:grpSpPr>
            <p:sp>
              <p:nvSpPr>
                <p:cNvPr id="7" name="Flowchart: Preparation 6">
                  <a:extLst>
                    <a:ext uri="{FF2B5EF4-FFF2-40B4-BE49-F238E27FC236}">
                      <a16:creationId xmlns:a16="http://schemas.microsoft.com/office/drawing/2014/main" id="{704D43AF-C4FD-85D3-7177-96AE52438E05}"/>
                    </a:ext>
                  </a:extLst>
                </p:cNvPr>
                <p:cNvSpPr/>
                <p:nvPr/>
              </p:nvSpPr>
              <p:spPr>
                <a:xfrm>
                  <a:off x="2425624" y="4665083"/>
                  <a:ext cx="876072" cy="689906"/>
                </a:xfrm>
                <a:prstGeom prst="flowChartPreparation">
                  <a:avLst/>
                </a:prstGeom>
                <a:solidFill>
                  <a:schemeClr val="tx2">
                    <a:lumMod val="10000"/>
                    <a:lumOff val="9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9" name="Straight Connector 8">
                  <a:extLst>
                    <a:ext uri="{FF2B5EF4-FFF2-40B4-BE49-F238E27FC236}">
                      <a16:creationId xmlns:a16="http://schemas.microsoft.com/office/drawing/2014/main" id="{86400C97-1C46-EC8A-4906-E3C5C5BC162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726774" y="4791930"/>
                  <a:ext cx="0" cy="186165"/>
                </a:xfrm>
                <a:prstGeom prst="line">
                  <a:avLst/>
                </a:prstGeom>
                <a:ln w="7620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" name="Straight Connector 11">
                  <a:extLst>
                    <a:ext uri="{FF2B5EF4-FFF2-40B4-BE49-F238E27FC236}">
                      <a16:creationId xmlns:a16="http://schemas.microsoft.com/office/drawing/2014/main" id="{CC8F1723-02CC-E37B-E620-DE5B3EC1D57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016060" y="4791930"/>
                  <a:ext cx="0" cy="186165"/>
                </a:xfrm>
                <a:prstGeom prst="line">
                  <a:avLst/>
                </a:prstGeom>
                <a:ln w="7620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3" name="Oval 12">
                  <a:extLst>
                    <a:ext uri="{FF2B5EF4-FFF2-40B4-BE49-F238E27FC236}">
                      <a16:creationId xmlns:a16="http://schemas.microsoft.com/office/drawing/2014/main" id="{DE9FCB0A-E25F-C04D-3362-730CAAB27183}"/>
                    </a:ext>
                  </a:extLst>
                </p:cNvPr>
                <p:cNvSpPr/>
                <p:nvPr/>
              </p:nvSpPr>
              <p:spPr>
                <a:xfrm>
                  <a:off x="2808904" y="5119545"/>
                  <a:ext cx="120460" cy="93083"/>
                </a:xfrm>
                <a:prstGeom prst="ellipse">
                  <a:avLst/>
                </a:prstGeom>
                <a:solidFill>
                  <a:schemeClr val="tx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5" name="Group 14">
                <a:extLst>
                  <a:ext uri="{FF2B5EF4-FFF2-40B4-BE49-F238E27FC236}">
                    <a16:creationId xmlns:a16="http://schemas.microsoft.com/office/drawing/2014/main" id="{7C918F46-583F-48D1-7890-5C4A7A42A458}"/>
                  </a:ext>
                </a:extLst>
              </p:cNvPr>
              <p:cNvGrpSpPr/>
              <p:nvPr/>
            </p:nvGrpSpPr>
            <p:grpSpPr>
              <a:xfrm>
                <a:off x="6118633" y="4948483"/>
                <a:ext cx="413396" cy="336740"/>
                <a:chOff x="2425624" y="4665083"/>
                <a:chExt cx="876072" cy="689906"/>
              </a:xfrm>
            </p:grpSpPr>
            <p:sp>
              <p:nvSpPr>
                <p:cNvPr id="16" name="Flowchart: Preparation 15">
                  <a:extLst>
                    <a:ext uri="{FF2B5EF4-FFF2-40B4-BE49-F238E27FC236}">
                      <a16:creationId xmlns:a16="http://schemas.microsoft.com/office/drawing/2014/main" id="{0AE57A3A-9237-EDE1-8916-9A71E4C2455C}"/>
                    </a:ext>
                  </a:extLst>
                </p:cNvPr>
                <p:cNvSpPr/>
                <p:nvPr/>
              </p:nvSpPr>
              <p:spPr>
                <a:xfrm>
                  <a:off x="2425624" y="4665083"/>
                  <a:ext cx="876072" cy="689906"/>
                </a:xfrm>
                <a:prstGeom prst="flowChartPreparation">
                  <a:avLst/>
                </a:prstGeom>
                <a:solidFill>
                  <a:schemeClr val="tx2">
                    <a:lumMod val="10000"/>
                    <a:lumOff val="9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17" name="Straight Connector 16">
                  <a:extLst>
                    <a:ext uri="{FF2B5EF4-FFF2-40B4-BE49-F238E27FC236}">
                      <a16:creationId xmlns:a16="http://schemas.microsoft.com/office/drawing/2014/main" id="{2EF9EA72-B14E-070F-DAE7-1FB22915D60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726774" y="4791930"/>
                  <a:ext cx="0" cy="186165"/>
                </a:xfrm>
                <a:prstGeom prst="line">
                  <a:avLst/>
                </a:prstGeom>
                <a:ln w="7620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" name="Straight Connector 17">
                  <a:extLst>
                    <a:ext uri="{FF2B5EF4-FFF2-40B4-BE49-F238E27FC236}">
                      <a16:creationId xmlns:a16="http://schemas.microsoft.com/office/drawing/2014/main" id="{AE3452B1-6300-E19E-21D9-43E2404FB8A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016060" y="4791930"/>
                  <a:ext cx="0" cy="186165"/>
                </a:xfrm>
                <a:prstGeom prst="line">
                  <a:avLst/>
                </a:prstGeom>
                <a:ln w="7620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9" name="Oval 18">
                  <a:extLst>
                    <a:ext uri="{FF2B5EF4-FFF2-40B4-BE49-F238E27FC236}">
                      <a16:creationId xmlns:a16="http://schemas.microsoft.com/office/drawing/2014/main" id="{2DCC8DB2-3FAB-41B4-4E31-3CBAB1C3761F}"/>
                    </a:ext>
                  </a:extLst>
                </p:cNvPr>
                <p:cNvSpPr/>
                <p:nvPr/>
              </p:nvSpPr>
              <p:spPr>
                <a:xfrm>
                  <a:off x="2808904" y="5119545"/>
                  <a:ext cx="120460" cy="93083"/>
                </a:xfrm>
                <a:prstGeom prst="ellipse">
                  <a:avLst/>
                </a:prstGeom>
                <a:solidFill>
                  <a:schemeClr val="tx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20" name="Group 19">
                <a:extLst>
                  <a:ext uri="{FF2B5EF4-FFF2-40B4-BE49-F238E27FC236}">
                    <a16:creationId xmlns:a16="http://schemas.microsoft.com/office/drawing/2014/main" id="{7851ACBC-FC47-504B-FE6F-8792DB9F9CCE}"/>
                  </a:ext>
                </a:extLst>
              </p:cNvPr>
              <p:cNvGrpSpPr/>
              <p:nvPr/>
            </p:nvGrpSpPr>
            <p:grpSpPr>
              <a:xfrm>
                <a:off x="5692437" y="5354711"/>
                <a:ext cx="413396" cy="336740"/>
                <a:chOff x="2425624" y="4665083"/>
                <a:chExt cx="876072" cy="689906"/>
              </a:xfrm>
            </p:grpSpPr>
            <p:sp>
              <p:nvSpPr>
                <p:cNvPr id="21" name="Flowchart: Preparation 20">
                  <a:extLst>
                    <a:ext uri="{FF2B5EF4-FFF2-40B4-BE49-F238E27FC236}">
                      <a16:creationId xmlns:a16="http://schemas.microsoft.com/office/drawing/2014/main" id="{2E109614-4950-1368-6AD0-4AC6626E5295}"/>
                    </a:ext>
                  </a:extLst>
                </p:cNvPr>
                <p:cNvSpPr/>
                <p:nvPr/>
              </p:nvSpPr>
              <p:spPr>
                <a:xfrm>
                  <a:off x="2425624" y="4665083"/>
                  <a:ext cx="876072" cy="689906"/>
                </a:xfrm>
                <a:prstGeom prst="flowChartPreparation">
                  <a:avLst/>
                </a:prstGeom>
                <a:solidFill>
                  <a:schemeClr val="tx2">
                    <a:lumMod val="10000"/>
                    <a:lumOff val="9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22" name="Straight Connector 21">
                  <a:extLst>
                    <a:ext uri="{FF2B5EF4-FFF2-40B4-BE49-F238E27FC236}">
                      <a16:creationId xmlns:a16="http://schemas.microsoft.com/office/drawing/2014/main" id="{8E139C06-AD53-029C-1A65-C28FBE21AC3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726774" y="4791930"/>
                  <a:ext cx="0" cy="186165"/>
                </a:xfrm>
                <a:prstGeom prst="line">
                  <a:avLst/>
                </a:prstGeom>
                <a:ln w="7620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" name="Straight Connector 22">
                  <a:extLst>
                    <a:ext uri="{FF2B5EF4-FFF2-40B4-BE49-F238E27FC236}">
                      <a16:creationId xmlns:a16="http://schemas.microsoft.com/office/drawing/2014/main" id="{1253C28C-CA7B-C525-349A-6B94CB8FCFF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016060" y="4791930"/>
                  <a:ext cx="0" cy="186165"/>
                </a:xfrm>
                <a:prstGeom prst="line">
                  <a:avLst/>
                </a:prstGeom>
                <a:ln w="7620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4" name="Oval 23">
                  <a:extLst>
                    <a:ext uri="{FF2B5EF4-FFF2-40B4-BE49-F238E27FC236}">
                      <a16:creationId xmlns:a16="http://schemas.microsoft.com/office/drawing/2014/main" id="{4B768AA3-4B31-F1C4-B11F-0D980BE0EBE9}"/>
                    </a:ext>
                  </a:extLst>
                </p:cNvPr>
                <p:cNvSpPr/>
                <p:nvPr/>
              </p:nvSpPr>
              <p:spPr>
                <a:xfrm>
                  <a:off x="2808904" y="5119545"/>
                  <a:ext cx="120460" cy="93083"/>
                </a:xfrm>
                <a:prstGeom prst="ellipse">
                  <a:avLst/>
                </a:prstGeom>
                <a:solidFill>
                  <a:schemeClr val="tx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25" name="Group 24">
                <a:extLst>
                  <a:ext uri="{FF2B5EF4-FFF2-40B4-BE49-F238E27FC236}">
                    <a16:creationId xmlns:a16="http://schemas.microsoft.com/office/drawing/2014/main" id="{0D65EA5E-1EA5-AB06-0EBD-46CABC3DF319}"/>
                  </a:ext>
                </a:extLst>
              </p:cNvPr>
              <p:cNvGrpSpPr/>
              <p:nvPr/>
            </p:nvGrpSpPr>
            <p:grpSpPr>
              <a:xfrm>
                <a:off x="6139417" y="5354711"/>
                <a:ext cx="413396" cy="336740"/>
                <a:chOff x="2425624" y="4665083"/>
                <a:chExt cx="876072" cy="689906"/>
              </a:xfrm>
            </p:grpSpPr>
            <p:sp>
              <p:nvSpPr>
                <p:cNvPr id="26" name="Flowchart: Preparation 25">
                  <a:extLst>
                    <a:ext uri="{FF2B5EF4-FFF2-40B4-BE49-F238E27FC236}">
                      <a16:creationId xmlns:a16="http://schemas.microsoft.com/office/drawing/2014/main" id="{67219872-D1B4-5EDE-E083-F6CFD935FF7F}"/>
                    </a:ext>
                  </a:extLst>
                </p:cNvPr>
                <p:cNvSpPr/>
                <p:nvPr/>
              </p:nvSpPr>
              <p:spPr>
                <a:xfrm>
                  <a:off x="2425624" y="4665083"/>
                  <a:ext cx="876072" cy="689906"/>
                </a:xfrm>
                <a:prstGeom prst="flowChartPreparation">
                  <a:avLst/>
                </a:prstGeom>
                <a:solidFill>
                  <a:schemeClr val="tx2">
                    <a:lumMod val="10000"/>
                    <a:lumOff val="9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27" name="Straight Connector 26">
                  <a:extLst>
                    <a:ext uri="{FF2B5EF4-FFF2-40B4-BE49-F238E27FC236}">
                      <a16:creationId xmlns:a16="http://schemas.microsoft.com/office/drawing/2014/main" id="{978E5F0F-298C-EFBA-AEAC-80535FE15CE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726774" y="4791930"/>
                  <a:ext cx="0" cy="186165"/>
                </a:xfrm>
                <a:prstGeom prst="line">
                  <a:avLst/>
                </a:prstGeom>
                <a:ln w="7620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" name="Straight Connector 27">
                  <a:extLst>
                    <a:ext uri="{FF2B5EF4-FFF2-40B4-BE49-F238E27FC236}">
                      <a16:creationId xmlns:a16="http://schemas.microsoft.com/office/drawing/2014/main" id="{7C6790A9-9FA5-39D3-C35B-78E0350B3DE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016060" y="4791930"/>
                  <a:ext cx="0" cy="186165"/>
                </a:xfrm>
                <a:prstGeom prst="line">
                  <a:avLst/>
                </a:prstGeom>
                <a:ln w="7620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9" name="Oval 28">
                  <a:extLst>
                    <a:ext uri="{FF2B5EF4-FFF2-40B4-BE49-F238E27FC236}">
                      <a16:creationId xmlns:a16="http://schemas.microsoft.com/office/drawing/2014/main" id="{69F7A6EF-E948-33F4-233A-E5F0125CCD19}"/>
                    </a:ext>
                  </a:extLst>
                </p:cNvPr>
                <p:cNvSpPr/>
                <p:nvPr/>
              </p:nvSpPr>
              <p:spPr>
                <a:xfrm>
                  <a:off x="2808904" y="5119545"/>
                  <a:ext cx="120460" cy="93083"/>
                </a:xfrm>
                <a:prstGeom prst="ellipse">
                  <a:avLst/>
                </a:prstGeom>
                <a:solidFill>
                  <a:schemeClr val="tx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pic>
          <p:nvPicPr>
            <p:cNvPr id="33" name="Picture 32">
              <a:extLst>
                <a:ext uri="{FF2B5EF4-FFF2-40B4-BE49-F238E27FC236}">
                  <a16:creationId xmlns:a16="http://schemas.microsoft.com/office/drawing/2014/main" id="{5CAF0179-0D3C-2A75-2894-173A476ACA0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-5339" b="17840"/>
            <a:stretch>
              <a:fillRect/>
            </a:stretch>
          </p:blipFill>
          <p:spPr>
            <a:xfrm rot="10800000">
              <a:off x="5735517" y="5868580"/>
              <a:ext cx="733430" cy="640080"/>
            </a:xfrm>
            <a:prstGeom prst="rect">
              <a:avLst/>
            </a:prstGeom>
          </p:spPr>
        </p:pic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0BF9E30F-B00C-57F6-A9B6-758B6FD21F5D}"/>
              </a:ext>
            </a:extLst>
          </p:cNvPr>
          <p:cNvGrpSpPr/>
          <p:nvPr/>
        </p:nvGrpSpPr>
        <p:grpSpPr>
          <a:xfrm>
            <a:off x="5415219" y="3195834"/>
            <a:ext cx="185558" cy="832193"/>
            <a:chOff x="4933076" y="3408554"/>
            <a:chExt cx="93386" cy="599475"/>
          </a:xfrm>
        </p:grpSpPr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1BCBE1DC-F02A-5670-14AD-4E3C2815FF12}"/>
                </a:ext>
              </a:extLst>
            </p:cNvPr>
            <p:cNvCxnSpPr>
              <a:cxnSpLocks/>
            </p:cNvCxnSpPr>
            <p:nvPr/>
          </p:nvCxnSpPr>
          <p:spPr>
            <a:xfrm>
              <a:off x="4933076" y="3630223"/>
              <a:ext cx="0" cy="37780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FCB207D5-B317-28F7-6352-044FEC8FED9C}"/>
                </a:ext>
              </a:extLst>
            </p:cNvPr>
            <p:cNvCxnSpPr/>
            <p:nvPr/>
          </p:nvCxnSpPr>
          <p:spPr>
            <a:xfrm>
              <a:off x="4933076" y="3630223"/>
              <a:ext cx="93386" cy="13195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AD02ACA5-E28E-1DEE-D043-760F01BD2A0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26462" y="3408554"/>
              <a:ext cx="0" cy="353623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2" name="TextBox 41">
            <a:extLst>
              <a:ext uri="{FF2B5EF4-FFF2-40B4-BE49-F238E27FC236}">
                <a16:creationId xmlns:a16="http://schemas.microsoft.com/office/drawing/2014/main" id="{F2A4BF04-7A92-DE2A-A281-1FCD18612308}"/>
              </a:ext>
            </a:extLst>
          </p:cNvPr>
          <p:cNvSpPr txBox="1"/>
          <p:nvPr/>
        </p:nvSpPr>
        <p:spPr>
          <a:xfrm>
            <a:off x="5878352" y="3391355"/>
            <a:ext cx="3882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or</a:t>
            </a:r>
          </a:p>
        </p:txBody>
      </p:sp>
      <p:sp>
        <p:nvSpPr>
          <p:cNvPr id="43" name="Arrow: Left-Right 42">
            <a:extLst>
              <a:ext uri="{FF2B5EF4-FFF2-40B4-BE49-F238E27FC236}">
                <a16:creationId xmlns:a16="http://schemas.microsoft.com/office/drawing/2014/main" id="{3F8EA579-E80B-F3AD-560C-6968A1B3A301}"/>
              </a:ext>
            </a:extLst>
          </p:cNvPr>
          <p:cNvSpPr/>
          <p:nvPr/>
        </p:nvSpPr>
        <p:spPr>
          <a:xfrm rot="5400000">
            <a:off x="5811936" y="1802296"/>
            <a:ext cx="521079" cy="301150"/>
          </a:xfrm>
          <a:prstGeom prst="leftRightArrow">
            <a:avLst>
              <a:gd name="adj1" fmla="val 50000"/>
              <a:gd name="adj2" fmla="val 31086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EEE7E56D-91FA-1F1A-F509-91869B826709}"/>
              </a:ext>
            </a:extLst>
          </p:cNvPr>
          <p:cNvGrpSpPr/>
          <p:nvPr/>
        </p:nvGrpSpPr>
        <p:grpSpPr>
          <a:xfrm>
            <a:off x="4757623" y="4271549"/>
            <a:ext cx="1357912" cy="2363738"/>
            <a:chOff x="5393519" y="4144922"/>
            <a:chExt cx="1357912" cy="2363738"/>
          </a:xfrm>
        </p:grpSpPr>
        <p:grpSp>
          <p:nvGrpSpPr>
            <p:cNvPr id="47" name="Group 46">
              <a:extLst>
                <a:ext uri="{FF2B5EF4-FFF2-40B4-BE49-F238E27FC236}">
                  <a16:creationId xmlns:a16="http://schemas.microsoft.com/office/drawing/2014/main" id="{55761203-DD25-41F1-395A-B01C9C85610B}"/>
                </a:ext>
              </a:extLst>
            </p:cNvPr>
            <p:cNvGrpSpPr/>
            <p:nvPr/>
          </p:nvGrpSpPr>
          <p:grpSpPr>
            <a:xfrm>
              <a:off x="5393519" y="4144922"/>
              <a:ext cx="1357912" cy="1667133"/>
              <a:chOff x="5393519" y="4144922"/>
              <a:chExt cx="1357912" cy="1667133"/>
            </a:xfrm>
          </p:grpSpPr>
          <p:sp>
            <p:nvSpPr>
              <p:cNvPr id="49" name="Rectangle 48">
                <a:extLst>
                  <a:ext uri="{FF2B5EF4-FFF2-40B4-BE49-F238E27FC236}">
                    <a16:creationId xmlns:a16="http://schemas.microsoft.com/office/drawing/2014/main" id="{8547896F-D7EC-1EC4-1235-85B67F3EF1A0}"/>
                  </a:ext>
                </a:extLst>
              </p:cNvPr>
              <p:cNvSpPr/>
              <p:nvPr/>
            </p:nvSpPr>
            <p:spPr>
              <a:xfrm>
                <a:off x="5393519" y="4144922"/>
                <a:ext cx="1357912" cy="1667133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:r>
                  <a:rPr lang="en-US" dirty="0"/>
                  <a:t>Power</a:t>
                </a:r>
              </a:p>
              <a:p>
                <a:pPr algn="ctr"/>
                <a:r>
                  <a:rPr lang="en-US" dirty="0"/>
                  <a:t>Control</a:t>
                </a:r>
              </a:p>
            </p:txBody>
          </p:sp>
          <p:grpSp>
            <p:nvGrpSpPr>
              <p:cNvPr id="50" name="Group 49">
                <a:extLst>
                  <a:ext uri="{FF2B5EF4-FFF2-40B4-BE49-F238E27FC236}">
                    <a16:creationId xmlns:a16="http://schemas.microsoft.com/office/drawing/2014/main" id="{9FE96A59-4CF3-4C3B-3334-901538037DA8}"/>
                  </a:ext>
                </a:extLst>
              </p:cNvPr>
              <p:cNvGrpSpPr/>
              <p:nvPr/>
            </p:nvGrpSpPr>
            <p:grpSpPr>
              <a:xfrm>
                <a:off x="5671654" y="4948483"/>
                <a:ext cx="413396" cy="336740"/>
                <a:chOff x="2425624" y="4665083"/>
                <a:chExt cx="876072" cy="689906"/>
              </a:xfrm>
            </p:grpSpPr>
            <p:sp>
              <p:nvSpPr>
                <p:cNvPr id="66" name="Flowchart: Preparation 65">
                  <a:extLst>
                    <a:ext uri="{FF2B5EF4-FFF2-40B4-BE49-F238E27FC236}">
                      <a16:creationId xmlns:a16="http://schemas.microsoft.com/office/drawing/2014/main" id="{7CDBBA9C-CCF3-C649-760E-B4FCE22D49BC}"/>
                    </a:ext>
                  </a:extLst>
                </p:cNvPr>
                <p:cNvSpPr/>
                <p:nvPr/>
              </p:nvSpPr>
              <p:spPr>
                <a:xfrm>
                  <a:off x="2425624" y="4665083"/>
                  <a:ext cx="876072" cy="689906"/>
                </a:xfrm>
                <a:prstGeom prst="flowChartPreparation">
                  <a:avLst/>
                </a:prstGeom>
                <a:solidFill>
                  <a:schemeClr val="tx2">
                    <a:lumMod val="10000"/>
                    <a:lumOff val="9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67" name="Straight Connector 66">
                  <a:extLst>
                    <a:ext uri="{FF2B5EF4-FFF2-40B4-BE49-F238E27FC236}">
                      <a16:creationId xmlns:a16="http://schemas.microsoft.com/office/drawing/2014/main" id="{AE53F47E-AACB-BE9B-3FC4-593CDB86506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726774" y="4791930"/>
                  <a:ext cx="0" cy="186165"/>
                </a:xfrm>
                <a:prstGeom prst="line">
                  <a:avLst/>
                </a:prstGeom>
                <a:ln w="7620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8" name="Straight Connector 67">
                  <a:extLst>
                    <a:ext uri="{FF2B5EF4-FFF2-40B4-BE49-F238E27FC236}">
                      <a16:creationId xmlns:a16="http://schemas.microsoft.com/office/drawing/2014/main" id="{CCEE2B2F-E799-CA94-34EC-0000943F4C6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016060" y="4791930"/>
                  <a:ext cx="0" cy="186165"/>
                </a:xfrm>
                <a:prstGeom prst="line">
                  <a:avLst/>
                </a:prstGeom>
                <a:ln w="7620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69" name="Oval 68">
                  <a:extLst>
                    <a:ext uri="{FF2B5EF4-FFF2-40B4-BE49-F238E27FC236}">
                      <a16:creationId xmlns:a16="http://schemas.microsoft.com/office/drawing/2014/main" id="{72621CA2-7B6F-2816-2BF3-393E77B6A509}"/>
                    </a:ext>
                  </a:extLst>
                </p:cNvPr>
                <p:cNvSpPr/>
                <p:nvPr/>
              </p:nvSpPr>
              <p:spPr>
                <a:xfrm>
                  <a:off x="2808904" y="5119545"/>
                  <a:ext cx="120460" cy="93083"/>
                </a:xfrm>
                <a:prstGeom prst="ellipse">
                  <a:avLst/>
                </a:prstGeom>
                <a:solidFill>
                  <a:schemeClr val="tx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51" name="Group 50">
                <a:extLst>
                  <a:ext uri="{FF2B5EF4-FFF2-40B4-BE49-F238E27FC236}">
                    <a16:creationId xmlns:a16="http://schemas.microsoft.com/office/drawing/2014/main" id="{6F156B98-6C64-D1D4-5470-15980264287B}"/>
                  </a:ext>
                </a:extLst>
              </p:cNvPr>
              <p:cNvGrpSpPr/>
              <p:nvPr/>
            </p:nvGrpSpPr>
            <p:grpSpPr>
              <a:xfrm>
                <a:off x="6118633" y="4948483"/>
                <a:ext cx="413396" cy="336740"/>
                <a:chOff x="2425624" y="4665083"/>
                <a:chExt cx="876072" cy="689906"/>
              </a:xfrm>
            </p:grpSpPr>
            <p:sp>
              <p:nvSpPr>
                <p:cNvPr id="62" name="Flowchart: Preparation 61">
                  <a:extLst>
                    <a:ext uri="{FF2B5EF4-FFF2-40B4-BE49-F238E27FC236}">
                      <a16:creationId xmlns:a16="http://schemas.microsoft.com/office/drawing/2014/main" id="{04F41E63-E70B-A55F-ADD2-A92944C55555}"/>
                    </a:ext>
                  </a:extLst>
                </p:cNvPr>
                <p:cNvSpPr/>
                <p:nvPr/>
              </p:nvSpPr>
              <p:spPr>
                <a:xfrm>
                  <a:off x="2425624" y="4665083"/>
                  <a:ext cx="876072" cy="689906"/>
                </a:xfrm>
                <a:prstGeom prst="flowChartPreparation">
                  <a:avLst/>
                </a:prstGeom>
                <a:solidFill>
                  <a:schemeClr val="tx2">
                    <a:lumMod val="10000"/>
                    <a:lumOff val="9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63" name="Straight Connector 62">
                  <a:extLst>
                    <a:ext uri="{FF2B5EF4-FFF2-40B4-BE49-F238E27FC236}">
                      <a16:creationId xmlns:a16="http://schemas.microsoft.com/office/drawing/2014/main" id="{BA01C8A1-6F85-8B43-AC30-81CF58C1CF5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726774" y="4791930"/>
                  <a:ext cx="0" cy="186165"/>
                </a:xfrm>
                <a:prstGeom prst="line">
                  <a:avLst/>
                </a:prstGeom>
                <a:ln w="7620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4" name="Straight Connector 63">
                  <a:extLst>
                    <a:ext uri="{FF2B5EF4-FFF2-40B4-BE49-F238E27FC236}">
                      <a16:creationId xmlns:a16="http://schemas.microsoft.com/office/drawing/2014/main" id="{66E12F2E-B7A3-4A45-3B38-6D0CD9A6106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016060" y="4791930"/>
                  <a:ext cx="0" cy="186165"/>
                </a:xfrm>
                <a:prstGeom prst="line">
                  <a:avLst/>
                </a:prstGeom>
                <a:ln w="7620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65" name="Oval 64">
                  <a:extLst>
                    <a:ext uri="{FF2B5EF4-FFF2-40B4-BE49-F238E27FC236}">
                      <a16:creationId xmlns:a16="http://schemas.microsoft.com/office/drawing/2014/main" id="{6079DE31-17D0-FE0F-3945-B14E40C861B7}"/>
                    </a:ext>
                  </a:extLst>
                </p:cNvPr>
                <p:cNvSpPr/>
                <p:nvPr/>
              </p:nvSpPr>
              <p:spPr>
                <a:xfrm>
                  <a:off x="2808904" y="5119545"/>
                  <a:ext cx="120460" cy="93083"/>
                </a:xfrm>
                <a:prstGeom prst="ellipse">
                  <a:avLst/>
                </a:prstGeom>
                <a:solidFill>
                  <a:schemeClr val="tx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52" name="Group 51">
                <a:extLst>
                  <a:ext uri="{FF2B5EF4-FFF2-40B4-BE49-F238E27FC236}">
                    <a16:creationId xmlns:a16="http://schemas.microsoft.com/office/drawing/2014/main" id="{6D59643F-881E-1938-23F5-2DF23B758A01}"/>
                  </a:ext>
                </a:extLst>
              </p:cNvPr>
              <p:cNvGrpSpPr/>
              <p:nvPr/>
            </p:nvGrpSpPr>
            <p:grpSpPr>
              <a:xfrm>
                <a:off x="5692437" y="5354711"/>
                <a:ext cx="413396" cy="336740"/>
                <a:chOff x="2425624" y="4665083"/>
                <a:chExt cx="876072" cy="689906"/>
              </a:xfrm>
            </p:grpSpPr>
            <p:sp>
              <p:nvSpPr>
                <p:cNvPr id="58" name="Flowchart: Preparation 57">
                  <a:extLst>
                    <a:ext uri="{FF2B5EF4-FFF2-40B4-BE49-F238E27FC236}">
                      <a16:creationId xmlns:a16="http://schemas.microsoft.com/office/drawing/2014/main" id="{FF1AB5E2-4B97-BB34-CDBF-2CA053543E49}"/>
                    </a:ext>
                  </a:extLst>
                </p:cNvPr>
                <p:cNvSpPr/>
                <p:nvPr/>
              </p:nvSpPr>
              <p:spPr>
                <a:xfrm>
                  <a:off x="2425624" y="4665083"/>
                  <a:ext cx="876072" cy="689906"/>
                </a:xfrm>
                <a:prstGeom prst="flowChartPreparation">
                  <a:avLst/>
                </a:prstGeom>
                <a:solidFill>
                  <a:schemeClr val="tx2">
                    <a:lumMod val="10000"/>
                    <a:lumOff val="9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59" name="Straight Connector 58">
                  <a:extLst>
                    <a:ext uri="{FF2B5EF4-FFF2-40B4-BE49-F238E27FC236}">
                      <a16:creationId xmlns:a16="http://schemas.microsoft.com/office/drawing/2014/main" id="{CC07FAF0-5FF2-2DB9-50B1-66937689B47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726774" y="4791930"/>
                  <a:ext cx="0" cy="186165"/>
                </a:xfrm>
                <a:prstGeom prst="line">
                  <a:avLst/>
                </a:prstGeom>
                <a:ln w="7620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0" name="Straight Connector 59">
                  <a:extLst>
                    <a:ext uri="{FF2B5EF4-FFF2-40B4-BE49-F238E27FC236}">
                      <a16:creationId xmlns:a16="http://schemas.microsoft.com/office/drawing/2014/main" id="{381F3426-FE98-F931-2A84-53A1F6490F8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016060" y="4791930"/>
                  <a:ext cx="0" cy="186165"/>
                </a:xfrm>
                <a:prstGeom prst="line">
                  <a:avLst/>
                </a:prstGeom>
                <a:ln w="7620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61" name="Oval 60">
                  <a:extLst>
                    <a:ext uri="{FF2B5EF4-FFF2-40B4-BE49-F238E27FC236}">
                      <a16:creationId xmlns:a16="http://schemas.microsoft.com/office/drawing/2014/main" id="{BE77E1DF-1236-70C4-9305-64B0B3FB1379}"/>
                    </a:ext>
                  </a:extLst>
                </p:cNvPr>
                <p:cNvSpPr/>
                <p:nvPr/>
              </p:nvSpPr>
              <p:spPr>
                <a:xfrm>
                  <a:off x="2808904" y="5119545"/>
                  <a:ext cx="120460" cy="93083"/>
                </a:xfrm>
                <a:prstGeom prst="ellipse">
                  <a:avLst/>
                </a:prstGeom>
                <a:solidFill>
                  <a:schemeClr val="tx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53" name="Group 52">
                <a:extLst>
                  <a:ext uri="{FF2B5EF4-FFF2-40B4-BE49-F238E27FC236}">
                    <a16:creationId xmlns:a16="http://schemas.microsoft.com/office/drawing/2014/main" id="{FDC156D4-3A23-4AC1-CD54-5FDDF2D4C66F}"/>
                  </a:ext>
                </a:extLst>
              </p:cNvPr>
              <p:cNvGrpSpPr/>
              <p:nvPr/>
            </p:nvGrpSpPr>
            <p:grpSpPr>
              <a:xfrm>
                <a:off x="6139417" y="5354711"/>
                <a:ext cx="413396" cy="336740"/>
                <a:chOff x="2425624" y="4665083"/>
                <a:chExt cx="876072" cy="689906"/>
              </a:xfrm>
            </p:grpSpPr>
            <p:sp>
              <p:nvSpPr>
                <p:cNvPr id="54" name="Flowchart: Preparation 53">
                  <a:extLst>
                    <a:ext uri="{FF2B5EF4-FFF2-40B4-BE49-F238E27FC236}">
                      <a16:creationId xmlns:a16="http://schemas.microsoft.com/office/drawing/2014/main" id="{4D7B5025-7EA4-5063-C301-C868BA6E46D8}"/>
                    </a:ext>
                  </a:extLst>
                </p:cNvPr>
                <p:cNvSpPr/>
                <p:nvPr/>
              </p:nvSpPr>
              <p:spPr>
                <a:xfrm>
                  <a:off x="2425624" y="4665083"/>
                  <a:ext cx="876072" cy="689906"/>
                </a:xfrm>
                <a:prstGeom prst="flowChartPreparation">
                  <a:avLst/>
                </a:prstGeom>
                <a:solidFill>
                  <a:schemeClr val="tx2">
                    <a:lumMod val="10000"/>
                    <a:lumOff val="9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55" name="Straight Connector 54">
                  <a:extLst>
                    <a:ext uri="{FF2B5EF4-FFF2-40B4-BE49-F238E27FC236}">
                      <a16:creationId xmlns:a16="http://schemas.microsoft.com/office/drawing/2014/main" id="{4144134B-3F6A-4CE3-6075-0833B155F30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726774" y="4791930"/>
                  <a:ext cx="0" cy="186165"/>
                </a:xfrm>
                <a:prstGeom prst="line">
                  <a:avLst/>
                </a:prstGeom>
                <a:ln w="7620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Straight Connector 55">
                  <a:extLst>
                    <a:ext uri="{FF2B5EF4-FFF2-40B4-BE49-F238E27FC236}">
                      <a16:creationId xmlns:a16="http://schemas.microsoft.com/office/drawing/2014/main" id="{BB64931F-BA76-998E-F156-37BBCA94336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016060" y="4791930"/>
                  <a:ext cx="0" cy="186165"/>
                </a:xfrm>
                <a:prstGeom prst="line">
                  <a:avLst/>
                </a:prstGeom>
                <a:ln w="7620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57" name="Oval 56">
                  <a:extLst>
                    <a:ext uri="{FF2B5EF4-FFF2-40B4-BE49-F238E27FC236}">
                      <a16:creationId xmlns:a16="http://schemas.microsoft.com/office/drawing/2014/main" id="{80FF090A-BD07-C675-10F6-5B911C7734AD}"/>
                    </a:ext>
                  </a:extLst>
                </p:cNvPr>
                <p:cNvSpPr/>
                <p:nvPr/>
              </p:nvSpPr>
              <p:spPr>
                <a:xfrm>
                  <a:off x="2808904" y="5119545"/>
                  <a:ext cx="120460" cy="93083"/>
                </a:xfrm>
                <a:prstGeom prst="ellipse">
                  <a:avLst/>
                </a:prstGeom>
                <a:solidFill>
                  <a:schemeClr val="tx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pic>
          <p:nvPicPr>
            <p:cNvPr id="48" name="Picture 47">
              <a:extLst>
                <a:ext uri="{FF2B5EF4-FFF2-40B4-BE49-F238E27FC236}">
                  <a16:creationId xmlns:a16="http://schemas.microsoft.com/office/drawing/2014/main" id="{1118DD49-53DC-C692-36A9-B42EB362410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-5339" b="17840"/>
            <a:stretch>
              <a:fillRect/>
            </a:stretch>
          </p:blipFill>
          <p:spPr>
            <a:xfrm rot="10800000">
              <a:off x="5735517" y="5868580"/>
              <a:ext cx="733430" cy="640080"/>
            </a:xfrm>
            <a:prstGeom prst="rect">
              <a:avLst/>
            </a:prstGeom>
          </p:spPr>
        </p:pic>
      </p:grpSp>
      <p:grpSp>
        <p:nvGrpSpPr>
          <p:cNvPr id="70" name="Group 69">
            <a:extLst>
              <a:ext uri="{FF2B5EF4-FFF2-40B4-BE49-F238E27FC236}">
                <a16:creationId xmlns:a16="http://schemas.microsoft.com/office/drawing/2014/main" id="{84C995C1-AA01-D043-5467-3D8D9574D863}"/>
              </a:ext>
            </a:extLst>
          </p:cNvPr>
          <p:cNvGrpSpPr/>
          <p:nvPr/>
        </p:nvGrpSpPr>
        <p:grpSpPr>
          <a:xfrm>
            <a:off x="7629846" y="4281318"/>
            <a:ext cx="1357912" cy="2363738"/>
            <a:chOff x="5393519" y="4144922"/>
            <a:chExt cx="1357912" cy="2363738"/>
          </a:xfrm>
        </p:grpSpPr>
        <p:grpSp>
          <p:nvGrpSpPr>
            <p:cNvPr id="71" name="Group 70">
              <a:extLst>
                <a:ext uri="{FF2B5EF4-FFF2-40B4-BE49-F238E27FC236}">
                  <a16:creationId xmlns:a16="http://schemas.microsoft.com/office/drawing/2014/main" id="{C54959BF-EA10-85BE-37BB-838BA1D8FD0E}"/>
                </a:ext>
              </a:extLst>
            </p:cNvPr>
            <p:cNvGrpSpPr/>
            <p:nvPr/>
          </p:nvGrpSpPr>
          <p:grpSpPr>
            <a:xfrm>
              <a:off x="5393519" y="4144922"/>
              <a:ext cx="1357912" cy="1667133"/>
              <a:chOff x="5393519" y="4144922"/>
              <a:chExt cx="1357912" cy="1667133"/>
            </a:xfrm>
          </p:grpSpPr>
          <p:sp>
            <p:nvSpPr>
              <p:cNvPr id="73" name="Rectangle 72">
                <a:extLst>
                  <a:ext uri="{FF2B5EF4-FFF2-40B4-BE49-F238E27FC236}">
                    <a16:creationId xmlns:a16="http://schemas.microsoft.com/office/drawing/2014/main" id="{B95982B6-DB8F-7480-9029-4BE3B7F6A161}"/>
                  </a:ext>
                </a:extLst>
              </p:cNvPr>
              <p:cNvSpPr/>
              <p:nvPr/>
            </p:nvSpPr>
            <p:spPr>
              <a:xfrm>
                <a:off x="5393519" y="4144922"/>
                <a:ext cx="1357912" cy="1667133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:r>
                  <a:rPr lang="en-US" dirty="0"/>
                  <a:t>Power</a:t>
                </a:r>
              </a:p>
              <a:p>
                <a:pPr algn="ctr"/>
                <a:r>
                  <a:rPr lang="en-US" dirty="0"/>
                  <a:t>Control</a:t>
                </a:r>
              </a:p>
            </p:txBody>
          </p:sp>
          <p:grpSp>
            <p:nvGrpSpPr>
              <p:cNvPr id="74" name="Group 73">
                <a:extLst>
                  <a:ext uri="{FF2B5EF4-FFF2-40B4-BE49-F238E27FC236}">
                    <a16:creationId xmlns:a16="http://schemas.microsoft.com/office/drawing/2014/main" id="{BEFA7B93-2AC2-B54C-0962-5AEEFDBB3BD5}"/>
                  </a:ext>
                </a:extLst>
              </p:cNvPr>
              <p:cNvGrpSpPr/>
              <p:nvPr/>
            </p:nvGrpSpPr>
            <p:grpSpPr>
              <a:xfrm>
                <a:off x="5671654" y="4948483"/>
                <a:ext cx="413396" cy="336740"/>
                <a:chOff x="2425624" y="4665083"/>
                <a:chExt cx="876072" cy="689906"/>
              </a:xfrm>
            </p:grpSpPr>
            <p:sp>
              <p:nvSpPr>
                <p:cNvPr id="90" name="Flowchart: Preparation 89">
                  <a:extLst>
                    <a:ext uri="{FF2B5EF4-FFF2-40B4-BE49-F238E27FC236}">
                      <a16:creationId xmlns:a16="http://schemas.microsoft.com/office/drawing/2014/main" id="{57FA1AE8-9A14-1513-4C6F-8AC6EC0F8650}"/>
                    </a:ext>
                  </a:extLst>
                </p:cNvPr>
                <p:cNvSpPr/>
                <p:nvPr/>
              </p:nvSpPr>
              <p:spPr>
                <a:xfrm>
                  <a:off x="2425624" y="4665083"/>
                  <a:ext cx="876072" cy="689906"/>
                </a:xfrm>
                <a:prstGeom prst="flowChartPreparation">
                  <a:avLst/>
                </a:prstGeom>
                <a:solidFill>
                  <a:schemeClr val="tx2">
                    <a:lumMod val="10000"/>
                    <a:lumOff val="9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91" name="Straight Connector 90">
                  <a:extLst>
                    <a:ext uri="{FF2B5EF4-FFF2-40B4-BE49-F238E27FC236}">
                      <a16:creationId xmlns:a16="http://schemas.microsoft.com/office/drawing/2014/main" id="{C1A4BE88-772A-CC4E-FA5F-97AC4FFB226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726774" y="4791930"/>
                  <a:ext cx="0" cy="186165"/>
                </a:xfrm>
                <a:prstGeom prst="line">
                  <a:avLst/>
                </a:prstGeom>
                <a:ln w="7620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2" name="Straight Connector 91">
                  <a:extLst>
                    <a:ext uri="{FF2B5EF4-FFF2-40B4-BE49-F238E27FC236}">
                      <a16:creationId xmlns:a16="http://schemas.microsoft.com/office/drawing/2014/main" id="{8969DEF0-F01B-1D2A-A907-822349656CE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016060" y="4791930"/>
                  <a:ext cx="0" cy="186165"/>
                </a:xfrm>
                <a:prstGeom prst="line">
                  <a:avLst/>
                </a:prstGeom>
                <a:ln w="7620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93" name="Oval 92">
                  <a:extLst>
                    <a:ext uri="{FF2B5EF4-FFF2-40B4-BE49-F238E27FC236}">
                      <a16:creationId xmlns:a16="http://schemas.microsoft.com/office/drawing/2014/main" id="{6FFF058E-50E9-FB28-0F95-34FC939B6FA7}"/>
                    </a:ext>
                  </a:extLst>
                </p:cNvPr>
                <p:cNvSpPr/>
                <p:nvPr/>
              </p:nvSpPr>
              <p:spPr>
                <a:xfrm>
                  <a:off x="2808904" y="5119545"/>
                  <a:ext cx="120460" cy="93083"/>
                </a:xfrm>
                <a:prstGeom prst="ellipse">
                  <a:avLst/>
                </a:prstGeom>
                <a:solidFill>
                  <a:schemeClr val="tx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5" name="Group 74">
                <a:extLst>
                  <a:ext uri="{FF2B5EF4-FFF2-40B4-BE49-F238E27FC236}">
                    <a16:creationId xmlns:a16="http://schemas.microsoft.com/office/drawing/2014/main" id="{29959E4D-EA29-3DA0-1AD8-55E8069C5BB6}"/>
                  </a:ext>
                </a:extLst>
              </p:cNvPr>
              <p:cNvGrpSpPr/>
              <p:nvPr/>
            </p:nvGrpSpPr>
            <p:grpSpPr>
              <a:xfrm>
                <a:off x="6118633" y="4948483"/>
                <a:ext cx="413396" cy="336740"/>
                <a:chOff x="2425624" y="4665083"/>
                <a:chExt cx="876072" cy="689906"/>
              </a:xfrm>
            </p:grpSpPr>
            <p:sp>
              <p:nvSpPr>
                <p:cNvPr id="86" name="Flowchart: Preparation 85">
                  <a:extLst>
                    <a:ext uri="{FF2B5EF4-FFF2-40B4-BE49-F238E27FC236}">
                      <a16:creationId xmlns:a16="http://schemas.microsoft.com/office/drawing/2014/main" id="{85F4A7CA-7CDE-95D5-B31B-09BAB566813F}"/>
                    </a:ext>
                  </a:extLst>
                </p:cNvPr>
                <p:cNvSpPr/>
                <p:nvPr/>
              </p:nvSpPr>
              <p:spPr>
                <a:xfrm>
                  <a:off x="2425624" y="4665083"/>
                  <a:ext cx="876072" cy="689906"/>
                </a:xfrm>
                <a:prstGeom prst="flowChartPreparation">
                  <a:avLst/>
                </a:prstGeom>
                <a:solidFill>
                  <a:schemeClr val="tx2">
                    <a:lumMod val="10000"/>
                    <a:lumOff val="9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87" name="Straight Connector 86">
                  <a:extLst>
                    <a:ext uri="{FF2B5EF4-FFF2-40B4-BE49-F238E27FC236}">
                      <a16:creationId xmlns:a16="http://schemas.microsoft.com/office/drawing/2014/main" id="{C1E5257A-27B5-49F0-A6BE-9565B365FA1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726774" y="4791930"/>
                  <a:ext cx="0" cy="186165"/>
                </a:xfrm>
                <a:prstGeom prst="line">
                  <a:avLst/>
                </a:prstGeom>
                <a:ln w="7620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8" name="Straight Connector 87">
                  <a:extLst>
                    <a:ext uri="{FF2B5EF4-FFF2-40B4-BE49-F238E27FC236}">
                      <a16:creationId xmlns:a16="http://schemas.microsoft.com/office/drawing/2014/main" id="{E2471555-B7BD-2BC5-0317-60805B7FDA9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016060" y="4791930"/>
                  <a:ext cx="0" cy="186165"/>
                </a:xfrm>
                <a:prstGeom prst="line">
                  <a:avLst/>
                </a:prstGeom>
                <a:ln w="7620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89" name="Oval 88">
                  <a:extLst>
                    <a:ext uri="{FF2B5EF4-FFF2-40B4-BE49-F238E27FC236}">
                      <a16:creationId xmlns:a16="http://schemas.microsoft.com/office/drawing/2014/main" id="{6B852878-A390-D6FF-7542-3CE5508BCADB}"/>
                    </a:ext>
                  </a:extLst>
                </p:cNvPr>
                <p:cNvSpPr/>
                <p:nvPr/>
              </p:nvSpPr>
              <p:spPr>
                <a:xfrm>
                  <a:off x="2808904" y="5119545"/>
                  <a:ext cx="120460" cy="93083"/>
                </a:xfrm>
                <a:prstGeom prst="ellipse">
                  <a:avLst/>
                </a:prstGeom>
                <a:solidFill>
                  <a:schemeClr val="tx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6" name="Group 75">
                <a:extLst>
                  <a:ext uri="{FF2B5EF4-FFF2-40B4-BE49-F238E27FC236}">
                    <a16:creationId xmlns:a16="http://schemas.microsoft.com/office/drawing/2014/main" id="{603D7F4A-BADB-6695-1D98-EDB8C7210EB2}"/>
                  </a:ext>
                </a:extLst>
              </p:cNvPr>
              <p:cNvGrpSpPr/>
              <p:nvPr/>
            </p:nvGrpSpPr>
            <p:grpSpPr>
              <a:xfrm>
                <a:off x="5692437" y="5354711"/>
                <a:ext cx="413396" cy="336740"/>
                <a:chOff x="2425624" y="4665083"/>
                <a:chExt cx="876072" cy="689906"/>
              </a:xfrm>
            </p:grpSpPr>
            <p:sp>
              <p:nvSpPr>
                <p:cNvPr id="82" name="Flowchart: Preparation 81">
                  <a:extLst>
                    <a:ext uri="{FF2B5EF4-FFF2-40B4-BE49-F238E27FC236}">
                      <a16:creationId xmlns:a16="http://schemas.microsoft.com/office/drawing/2014/main" id="{072C0A3E-FED6-2E13-03A2-0954444EF979}"/>
                    </a:ext>
                  </a:extLst>
                </p:cNvPr>
                <p:cNvSpPr/>
                <p:nvPr/>
              </p:nvSpPr>
              <p:spPr>
                <a:xfrm>
                  <a:off x="2425624" y="4665083"/>
                  <a:ext cx="876072" cy="689906"/>
                </a:xfrm>
                <a:prstGeom prst="flowChartPreparation">
                  <a:avLst/>
                </a:prstGeom>
                <a:solidFill>
                  <a:schemeClr val="tx2">
                    <a:lumMod val="10000"/>
                    <a:lumOff val="9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83" name="Straight Connector 82">
                  <a:extLst>
                    <a:ext uri="{FF2B5EF4-FFF2-40B4-BE49-F238E27FC236}">
                      <a16:creationId xmlns:a16="http://schemas.microsoft.com/office/drawing/2014/main" id="{4F63C4B7-6940-889F-CFD2-19A8F0F04C6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726774" y="4791930"/>
                  <a:ext cx="0" cy="186165"/>
                </a:xfrm>
                <a:prstGeom prst="line">
                  <a:avLst/>
                </a:prstGeom>
                <a:ln w="7620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4" name="Straight Connector 83">
                  <a:extLst>
                    <a:ext uri="{FF2B5EF4-FFF2-40B4-BE49-F238E27FC236}">
                      <a16:creationId xmlns:a16="http://schemas.microsoft.com/office/drawing/2014/main" id="{A97912FA-770A-6E9F-40F3-B34B4FE64B0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016060" y="4791930"/>
                  <a:ext cx="0" cy="186165"/>
                </a:xfrm>
                <a:prstGeom prst="line">
                  <a:avLst/>
                </a:prstGeom>
                <a:ln w="7620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85" name="Oval 84">
                  <a:extLst>
                    <a:ext uri="{FF2B5EF4-FFF2-40B4-BE49-F238E27FC236}">
                      <a16:creationId xmlns:a16="http://schemas.microsoft.com/office/drawing/2014/main" id="{1B48C2C2-654C-F441-D9AE-8D85D8EDAF1E}"/>
                    </a:ext>
                  </a:extLst>
                </p:cNvPr>
                <p:cNvSpPr/>
                <p:nvPr/>
              </p:nvSpPr>
              <p:spPr>
                <a:xfrm>
                  <a:off x="2808904" y="5119545"/>
                  <a:ext cx="120460" cy="93083"/>
                </a:xfrm>
                <a:prstGeom prst="ellipse">
                  <a:avLst/>
                </a:prstGeom>
                <a:solidFill>
                  <a:schemeClr val="tx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7" name="Group 76">
                <a:extLst>
                  <a:ext uri="{FF2B5EF4-FFF2-40B4-BE49-F238E27FC236}">
                    <a16:creationId xmlns:a16="http://schemas.microsoft.com/office/drawing/2014/main" id="{CEA63C90-59E8-3B21-5211-DBDF0F248A95}"/>
                  </a:ext>
                </a:extLst>
              </p:cNvPr>
              <p:cNvGrpSpPr/>
              <p:nvPr/>
            </p:nvGrpSpPr>
            <p:grpSpPr>
              <a:xfrm>
                <a:off x="6139417" y="5354711"/>
                <a:ext cx="413396" cy="336740"/>
                <a:chOff x="2425624" y="4665083"/>
                <a:chExt cx="876072" cy="689906"/>
              </a:xfrm>
            </p:grpSpPr>
            <p:sp>
              <p:nvSpPr>
                <p:cNvPr id="78" name="Flowchart: Preparation 77">
                  <a:extLst>
                    <a:ext uri="{FF2B5EF4-FFF2-40B4-BE49-F238E27FC236}">
                      <a16:creationId xmlns:a16="http://schemas.microsoft.com/office/drawing/2014/main" id="{6564009A-DE27-7DF8-A341-69827C9C482A}"/>
                    </a:ext>
                  </a:extLst>
                </p:cNvPr>
                <p:cNvSpPr/>
                <p:nvPr/>
              </p:nvSpPr>
              <p:spPr>
                <a:xfrm>
                  <a:off x="2425624" y="4665083"/>
                  <a:ext cx="876072" cy="689906"/>
                </a:xfrm>
                <a:prstGeom prst="flowChartPreparation">
                  <a:avLst/>
                </a:prstGeom>
                <a:solidFill>
                  <a:schemeClr val="tx2">
                    <a:lumMod val="10000"/>
                    <a:lumOff val="9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79" name="Straight Connector 78">
                  <a:extLst>
                    <a:ext uri="{FF2B5EF4-FFF2-40B4-BE49-F238E27FC236}">
                      <a16:creationId xmlns:a16="http://schemas.microsoft.com/office/drawing/2014/main" id="{3D8358AF-1C19-C92A-C632-959D680BD74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726774" y="4791930"/>
                  <a:ext cx="0" cy="186165"/>
                </a:xfrm>
                <a:prstGeom prst="line">
                  <a:avLst/>
                </a:prstGeom>
                <a:ln w="7620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0" name="Straight Connector 79">
                  <a:extLst>
                    <a:ext uri="{FF2B5EF4-FFF2-40B4-BE49-F238E27FC236}">
                      <a16:creationId xmlns:a16="http://schemas.microsoft.com/office/drawing/2014/main" id="{B78CDB03-309E-9074-98DD-ABFBC5AE51D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016060" y="4791930"/>
                  <a:ext cx="0" cy="186165"/>
                </a:xfrm>
                <a:prstGeom prst="line">
                  <a:avLst/>
                </a:prstGeom>
                <a:ln w="7620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81" name="Oval 80">
                  <a:extLst>
                    <a:ext uri="{FF2B5EF4-FFF2-40B4-BE49-F238E27FC236}">
                      <a16:creationId xmlns:a16="http://schemas.microsoft.com/office/drawing/2014/main" id="{F835402C-30EE-747B-A145-FF7ACF09FB3E}"/>
                    </a:ext>
                  </a:extLst>
                </p:cNvPr>
                <p:cNvSpPr/>
                <p:nvPr/>
              </p:nvSpPr>
              <p:spPr>
                <a:xfrm>
                  <a:off x="2808904" y="5119545"/>
                  <a:ext cx="120460" cy="93083"/>
                </a:xfrm>
                <a:prstGeom prst="ellipse">
                  <a:avLst/>
                </a:prstGeom>
                <a:solidFill>
                  <a:schemeClr val="tx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pic>
          <p:nvPicPr>
            <p:cNvPr id="72" name="Picture 71">
              <a:extLst>
                <a:ext uri="{FF2B5EF4-FFF2-40B4-BE49-F238E27FC236}">
                  <a16:creationId xmlns:a16="http://schemas.microsoft.com/office/drawing/2014/main" id="{30911971-2348-AA32-CE84-316DC298862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-5339" b="17840"/>
            <a:stretch>
              <a:fillRect/>
            </a:stretch>
          </p:blipFill>
          <p:spPr>
            <a:xfrm rot="10800000">
              <a:off x="5735517" y="5868580"/>
              <a:ext cx="733430" cy="640080"/>
            </a:xfrm>
            <a:prstGeom prst="rect">
              <a:avLst/>
            </a:prstGeom>
          </p:spPr>
        </p:pic>
      </p:grpSp>
      <p:sp>
        <p:nvSpPr>
          <p:cNvPr id="94" name="TextBox 93">
            <a:extLst>
              <a:ext uri="{FF2B5EF4-FFF2-40B4-BE49-F238E27FC236}">
                <a16:creationId xmlns:a16="http://schemas.microsoft.com/office/drawing/2014/main" id="{88B88920-119F-65FE-C10F-844F23B8F80B}"/>
              </a:ext>
            </a:extLst>
          </p:cNvPr>
          <p:cNvSpPr txBox="1"/>
          <p:nvPr/>
        </p:nvSpPr>
        <p:spPr>
          <a:xfrm>
            <a:off x="6716669" y="4773711"/>
            <a:ext cx="9325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20720876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80</TotalTime>
  <Words>14</Words>
  <Application>Microsoft Office PowerPoint</Application>
  <PresentationFormat>Widescreen</PresentationFormat>
  <Paragraphs>10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Rick McAlister</dc:creator>
  <cp:lastModifiedBy>Rick McAlister</cp:lastModifiedBy>
  <cp:revision>1</cp:revision>
  <dcterms:created xsi:type="dcterms:W3CDTF">2026-02-05T14:18:16Z</dcterms:created>
  <dcterms:modified xsi:type="dcterms:W3CDTF">2026-02-05T15:38:49Z</dcterms:modified>
</cp:coreProperties>
</file>